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</a:rPr>
              <a:t>ALLOTROPE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Vietnam TOU Tariff 2026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</a:rPr>
              <a:t>Revenue Impact Analysis — Old vs New Schedule Comparison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</a:rPr>
              <a:t>Emivest &amp; Ecoplexus 40MW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Tariff Change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</a:rPr>
              <a:t>Tariff Change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Vietnam TOU schedule effective April 22, 2026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Attribute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Old (≤ Apr 21)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New (≥ Apr 22)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Off-Peak (Mon–Sat)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22:00–04:00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00:00–06:00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Normal (Mon–Sat)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04:00–09:30, 11:30–17:00, 20:00–22:00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06:00–17:30, 22:30–24:00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Peak (Mon–Sat)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09:30–11:30 and 17:00–20:00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17:30–22:30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Sunday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Normal 04:00–22:00 / Off-Peak 22:00–04:00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Normal 06:00–24:00 / Off-Peak 00:00–06:00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BESS cycles/day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 (morning + evening peak)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(evening peak only)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Lost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Morning Peak Solar Uplift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45720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2→1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8912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BESS Cycles Per Day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29600" y="45720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17:30–22:30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0" y="5120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New Single Peak Block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BESS Dispatch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</a:rPr>
              <a:t>BESS Dispatch Impact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0"/>
                </a:solidFill>
              </a:rPr>
              <a:t>Old Schedule (2 Cycles/Day)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Charge: Off-peak 22:00–04:00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Peak 1: 09:30–11:30 (morning solar + BESS)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Charge 2: Normal 11:30–17:00 (from solar)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Peak 2: 17:00–20:00 (evening BESS)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0"/>
                </a:solidFill>
              </a:rPr>
              <a:t>New Schedule (1 Cycle/Day)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Charge: Off-peak 00:00–06:00 (grid only)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Peak: 17:30–22:30 (evening BESS only)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Solar (06:00–17:30) now fully Normal hours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BESS preserves SOC through afternoon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</a:rPr>
              <a:t>-50%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BESS Cycles Per Day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411480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4206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</a:rPr>
              <a:t>~5hr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89120" y="4846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Peak Solar Overlap Lost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0" y="411480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4206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</a:rPr>
              <a:t>5hr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Evening Peak Duration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Emivest Case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</a:rPr>
              <a:t>Emivest — Revenue Impact (All PPA Options)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Old baseline revenue: $562,144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PPA Option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New Revenue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Delta $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Delta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Δ IRR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Δ NPV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Bundled Discount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$498,839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-$63,305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-11.3%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-3.25pp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-$659,445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Separate PV+BESS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$525,804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-$36,341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-6.5%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-1.70pp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-$323,683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DPPA (CfD)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$542,467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-$19,677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-3.5%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-0.76pp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-$116,188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Fixed EVN PPA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$556,068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-$6,076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-1.1%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+0.00pp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+$53,174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480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</a:rPr>
              <a:t>-$63,305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Worst Hit (Bundled Discount)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438912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480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-$6,076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8912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Best Preserved (Fixed PPA)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</a:rPr>
              <a:t>Emivest — Revenue Decomposition by Driver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Bundled Discount option — root cause breakdown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Driver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Explanation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Loss of morning peak uplift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-$65,343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Solar kWh (09:30–11:30) now earns Normal 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BESS cycle reduction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-$32,609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Single cycle halves BESS arbitrage revenue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Shifted peak window (timing)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+$34,640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Later peak extends discharge into higher-load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Off-peak rate changes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Minimal effect due to low off-peak consumption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Ecoplexus 40MW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</a:rPr>
              <a:t>Ecoplexus 40MW — DPPA (CfD) Impact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Old Tariff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New Tariff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Year 1 Revenue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$5,543,642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$6,891,647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+$1,348,006 (+24.3%)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Project IRR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6.26%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9.31%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+3.06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Equity IRR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5.71%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8.70%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+2.99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NPV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$6,009,427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$17,808,162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+$11,798,735 (+196%)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Min DSCR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1.28x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1.27x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-0.01x (stable)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Year 1 DPPA Rev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$2,547,079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$3,166,432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+$619,353 (+24.3%)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Year 1 Grid Savings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$2,996,563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$3,725,215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+$728,652 (+24.3%)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9.31%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5166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New Project IRR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9120" y="45720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+$11.8M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389120" y="5166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NPV Gain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0" y="45720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+24.3%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229600" y="5166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Revenue Uplift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Why Ecoplexus gains: Larger solar+BESS system benefits from later peak timing (17:30–22:30) with higher evening load coincidence. DPPA CfD settlement amplifies the tariff spread.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Mitigations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</a:rPr>
              <a:t>Recommended Mitigations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R  Re-price PPA offers — Adjust bundled and DPPA offers against the lower evening-only uplift.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   Solar no longer touches any peak block.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D  Re-tune BESS dispatch — Focus on evening peak capture. Preserve SOC during late-afternoon standard hours.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C  Review discount assumptions — Separate PV-heavy vs BESS-heavy product stacks.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   The tariff shift impacts them differently.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K  Maintain both tariff baselines — Keep old/new regression artifacts until 2026 schedule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   becomes the production default for all project types.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S  Sensitivity analysis — Evaluate strike price and discount adjustments under the new schedule.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</a:rPr>
              <a:t>Summary &amp; Key Takeaways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Emivest (Worst)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Emivest (Best)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</a:rPr>
                        <a:t>Ecoplexus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Revenue Delta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-$63,305 (-11.3%)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-$6,076 (-1.1%)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+$1,348,006 (+24.3%)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Project IRR Delta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-3.25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+0.00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+3.06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NPV Delta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-$659,445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+$53,174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+$11,798,735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DSCR Impact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1.96x → 1.64x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1.96x → 1.93x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1.28x → 1.27x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Key Messages: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Small C&amp;I (Emivest) is negatively impacted — hardest for Bundled Discount (-11.3% revenue)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Large utility-scale (Ecoplexus) benefits significantly (+24% revenue, +3pp IRR)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Fixed EVN PPA is the most resilient option for Emivest under the new schedule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• BESS dispatch strategy must be updated — the old 2-cycle pattern is no longer optimal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</a:rPr>
              <a:t>Confidential — For Internal Use by Allotrope &amp; Key Partners —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2026-04-29T12:41:24Z</dcterms:created>
  <dcterms:modified xsi:type="dcterms:W3CDTF">2026-04-29T12:41:24Z</dcterms:modified>
</cp:coreProperties>
</file>