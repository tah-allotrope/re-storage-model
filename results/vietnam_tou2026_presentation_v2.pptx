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ALLOTROPE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Vietnam TOU 2026 TOU Analysis V2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deck from the Phase 5/6 tariff impact report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Emivest and Ecoplexus case review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TOU presentation regenerated with the refreshed present skill guidance.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315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revenue hit: Emivest Bundled Discount moved by -$63,305 (-11.26%).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preserved case: Fixed EVN PPA kept Emivest nearly flat at -$6,076 (-1.08%).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upside: Ecoplexus 40MW DPPA gained +$1,348,006 revenue and +$11.8M NPV.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mechanism: the tariff removed the morning peak and collapsed BESS from two cycles to 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-$63,305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Revenue Move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$1,348,006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Ecoplexus Revenue Gain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9.31%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Ecoplexus Project IRR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Tariff Shift and Operating Logic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Tariff Change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five-hour peak window moved entirely into the evening, removing morning solar coincidence.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2976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(&lt;= Apr 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(&gt;= Apr 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Off-Peak (Mon-Sat)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22:00-04:00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00:00-06:00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(Mon-Sat)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04:00-09:30, 11:30-17:00, 20:00-22:00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06:00-17:30, 22:30-24:00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(Mon-Sat)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09:30-11:30 and 17:00-20:00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17:30-22:30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04:00-22:00 / Off-Peak 22:00-04:00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06:00-24:00 / Off-Peak 00:00-06:00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BESS cycles/day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Peak Solar Uplift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2 -&gt; 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38912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Cycles Per Day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22960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17:30-22:30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Peak Block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Dispatch Implications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loss is driven by shape, not by a uniform rate cut.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Old schedule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Charge in off-peak 22:00-04:00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Morning peak captured solar plus a first battery discharge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Midday recharge enabled a second evening cycle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Value stack combined solar timing and battery arbitrage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325880"/>
            <a:ext cx="0" cy="448056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3258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schedule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64592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Solar from 06:00-17:30 is now fully normal-priced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value concentrates in one evening discharge window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State-of-charge preservation matters more than cycle 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PV-heavy structures lose more value than fixed-price offtake structures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the tariff change rewards evening alignment and penalizes structures that relied on morning solar uplift.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Case-Level Financial Outcomes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Emivest Outcome by PPA Structure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options start from $562,144 old-tariff revenue.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1828800"/>
                <a:gridCol w="1828800"/>
                <a:gridCol w="1463040"/>
                <a:gridCol w="30632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PPA 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Rev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IRR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NPV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 Discount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$498,839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-$63,305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-3.25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-$659,445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PV+BESS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$525,804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-$36,341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-1.70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-$323,683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DPPA (CfD)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$542,467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-$19,677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-0.76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-$116,188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EVN PPA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$556,068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-$6,076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$53,174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-$63,305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Hit: Bundled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-$6,076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38912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Preserved: Fixed PPA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22960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1.64x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New DSCR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Ecoplexus 40MW DPPA Upside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Ecoplexus benefits because the new evening peak better aligns with its larger solar plus storage profile.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  <a:gridCol w="19202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$5,543,642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$6,891,647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$1,348,006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IRR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+3.05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IRR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+2.99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$6,009,427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$17,808,162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$11,798,735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DSCR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9.31%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864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IRR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$11,798,735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38912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Gain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22960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+24.32%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Uplift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Driver Breakdown and Actions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Driver Decomposition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Discount at Emivest isolates the commercial effect of the tariff shift most clearly.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645920"/>
                <a:gridCol w="6217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3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of morning peak uplift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-$65,343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no longer lands in a morning peak block.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BESS cycle 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-$32,609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peak cycle removes half of the old arbitrage rhythm.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Shifted peak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discharge better aligns with evening load.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Off-peak rate changes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impact in this case.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669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conclusion: most of the downside comes from the removal of the morning peak block, partly offset by improved evening timing.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5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Recommended Actions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124712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repricing and dispatch retuning should move together.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bundled and DPPA offers against the lower evening-only uplift.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Re-tune BESS dispatch to preserve state of charge until the evening peak.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PV-heavy and BESS-heavy commercial structures when updating discounts.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both tariff baselines in regression artifacts until the 2026 schedule is the default.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-11.26%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Emivest Worst Revenue Move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-1.08%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PPA Revenue Move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45720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EBF5FB"/>
          </a:solidFill>
          <a:ln w="12700">
            <a:solidFill>
              <a:srgbClr val="D5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46817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+24.32%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0" y="51937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Ecoplexus Revenue Move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6355080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For Internal Use by Allotrope &amp; Key Partners - Not for Further Circulation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2026-05-02T11:02:11Z</dcterms:created>
  <dcterms:modified xsi:type="dcterms:W3CDTF">2026-05-02T11:02:11Z</dcterms:modified>
</cp:coreProperties>
</file>